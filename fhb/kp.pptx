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" id="{0d2a75f3-5a9f-bf81-78ee-40ebbe7392b2}">
          <p14:sldIdLst>
            <p14:sldId id="256"/>
            <p14:sldId id="257"/>
          </p14:sldIdLst>
        </p14:section>
        <p14:section name="Решение" id="{b8ab2708-d38c-dba8-ab63-5e830098bbf8}">
          <p14:sldIdLst>
            <p14:sldId id="258"/>
            <p14:sldId id="259"/>
          </p14:sldIdLst>
        </p14:section>
        <p14:section name="Тариф и услуги" id="{9f976838-ff62-1297-2503-cb8e25b4afba}">
          <p14:sldIdLst>
            <p14:sldId id="260"/>
            <p14:sldId id="261"/>
          </p14:sldIdLst>
        </p14:section>
        <p14:section name="Следующий шаг" id="{3ca291a5-4e98-2eb7-96ca-78a015f10ecf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Цены и состав будут уточняться.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Помощник для родителей · коммерческое предложение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7A8A"/>
                </a:solidFill>
              </a:rPr>
              <a:t>КОММЕРЧЕСКОЕ ПРЕДЛОЖЕНИЕ · ОКТЯБРЬ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Цифровой помощник для родителей хоккейных школ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690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Ответы родителям в Telegram круглосуточно: расписание, оплата, правила школы. Пилот в школе ШРС, затем подключение школ федерации.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Для руководства ФХБ     ·     Ярослав Коробов, разработка чат-ботов и автоматизация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961120" y="1645920"/>
            <a:ext cx="2743200" cy="274320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Сейчас вопросы родителей идут к людям лично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300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детей в одной школе ШРС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возрастных групп, от 4 до 18 лет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6676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50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специалистов, к которым пишут родители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На вопросы о расписании, оплате, экипировке и записи отвечают администратор и тренеры в личных сообщениях. Единой базы ответов нет, а о переносах тренировок родители узнают из чатов групп.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Помощник в Telegram отвечает по правилам школы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15184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377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Ответы по базе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Меню и поиск по вопросам, ответы утверждает школа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46704" y="1463040"/>
            <a:ext cx="2615184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7373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21024" y="2377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Расписание ребёнка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621024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Неделя и месяц с учётом переносов льда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44768" y="1463040"/>
            <a:ext cx="2615184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373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19088" y="2377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Оплата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19088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Статус месяца, сроки, реквизиты, напоминания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942832" y="1463040"/>
            <a:ext cx="2615184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17373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17152" y="2377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Администратору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9217152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Всё, чего нет в базе, и чувствительные темы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4297680"/>
            <a:ext cx="11064240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68680" y="4434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Без генерации ответов ИИ.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Бот отвечает только текстами, которые утвердила школа, поэтому не может ошибиться в цене или пообещать лишнее. Подключение ИИ — отдельное решение после пилота.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Каждый ответ берётся из таблицы школы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0175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Родитель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67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пишет вопрос или нажимает кнопку меню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600200"/>
            <a:ext cx="3017520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База школы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167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таблица: ответы, расписание, цены, оплаты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95360" y="1600200"/>
            <a:ext cx="30175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25400">
            <a:solidFill>
              <a:srgbClr val="1F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2396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Ответ за секунды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823960" y="2167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текст, утверждённый школой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4023360"/>
            <a:ext cx="30175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25400">
            <a:solidFill>
              <a:srgbClr val="C82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Администратор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45902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получает карточку и отвечает через бота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2171700"/>
            <a:ext cx="1005840" cy="0"/>
          </a:xfrm>
          <a:prstGeom prst="line">
            <a:avLst/>
          </a:prstGeom>
          <a:noFill/>
          <a:ln w="28575">
            <a:solidFill>
              <a:srgbClr val="4A5A6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89520" y="2171700"/>
            <a:ext cx="1005840" cy="0"/>
          </a:xfrm>
          <a:prstGeom prst="line">
            <a:avLst/>
          </a:prstGeom>
          <a:noFill/>
          <a:ln w="28575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0760" y="2743200"/>
            <a:ext cx="0" cy="1280160"/>
          </a:xfrm>
          <a:prstGeom prst="line">
            <a:avLst/>
          </a:prstGeom>
          <a:noFill/>
          <a:ln w="28575">
            <a:solidFill>
              <a:srgbClr val="C8233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4594860"/>
            <a:ext cx="2514600" cy="0"/>
          </a:xfrm>
          <a:prstGeom prst="line">
            <a:avLst/>
          </a:prstGeom>
          <a:noFill/>
          <a:ln w="28575">
            <a:solidFill>
              <a:srgbClr val="4A5A6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10104120" y="2743200"/>
            <a:ext cx="0" cy="1851660"/>
          </a:xfrm>
          <a:prstGeom prst="line">
            <a:avLst/>
          </a:prstGeom>
          <a:noFill/>
          <a:ln w="28575">
            <a:solidFill>
              <a:srgbClr val="4A5A6C"/>
            </a:solidFill>
            <a:prstDash val="dash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6364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нет ответа, здоровье, жалоба, особая оплата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ответ родителю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Тариф «Стандарт» для пилота в ШРС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749040" cy="4023360"/>
          </a:xfrm>
          <a:prstGeom prst="roundRect">
            <a:avLst>
              <a:gd name="adj" fmla="val 2927"/>
            </a:avLst>
          </a:prstGeom>
          <a:solidFill>
            <a:schemeClr val="tx1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Одна школа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$2 500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разработка и запуск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023360"/>
            <a:ext cx="3108960" cy="0"/>
          </a:xfrm>
          <a:prstGeom prst="line">
            <a:avLst/>
          </a:prstGeom>
          <a:noFill/>
          <a:ln w="19050">
            <a:solidFill>
              <a:srgbClr val="2E45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Сопровождение: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$110 в месяц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1463040"/>
            <a:ext cx="70866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Что входит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240280"/>
            <a:ext cx="6492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Меню и ответы по базе школы 24/7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Расписание своего ребёнка: неделя и месяц с переносами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Статус оплаты и напоминания о сроке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Уведомления о переносах тренировок по группам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Объявления школы всем родителям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Передача администратору, срочные обращения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Сбор базы ответов вместе с администратором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Месяц исправлений после запуска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Цены в долларах США, оплата в BYN по курсу НБРБ на дату платежа. Сопровождение включает сервер, резервные копии и правки базы до 4 часов в месяц.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Дополнительные услуги, если будет интересно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tx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73352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Платформа для родителей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786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Онлайн-курсы и семинары: как поддержать юного хоккеиста, режим, восстановление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7680" y="141732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73352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Приложение родителя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572000" y="25786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Календарь, оплата и матчи ребёнка на одном экране внутри Telegram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46720" y="141732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7335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2104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Запись новичков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8321040" y="25786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Заявки, пробные занятия и лист ожидания без ручной переписки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56616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2219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22960" y="4343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Панель руководителя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822960" y="4727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Ежемесячный отчёт: о чём спрашивают родители, что закрыл бот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297680" y="356616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22192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572000" y="4343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Разбор матчей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0" y="4727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Короткий разбор игры по видео с ключевыми моментами для родителей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8046720" y="356616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822192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321040" y="4343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Школы федерации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8321040" y="47274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Одна платформа для нескольких школ и сводная панель федерации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Стоимость каждой услуги — по отдельной оценке. Также возможны ответы с ИИ на вопросы своими словами и подключение Viber.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Персональные данные и что нужно от школы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Защита данных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3774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 требованиям Закона № 99-З «О защите персональных данных»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Минимум данных: родитель, телефон, ребёнок, группа, оплаты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Медицинские данные не собираются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Своё видит только родитель из списка школы, после согласия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Сервер можно разместить в Беларуси без изменения цены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От школы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537960" y="23774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Ответственный сотрудник: 2–3 часа в неделю на старте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Расписание, цены, правила оплаты, список групп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Список детей с телефонами родителей и отметки об оплате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Согласование политики и текста согласия юристом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7A8A"/>
                </a:solidFill>
              </a:rPr>
              <a:t>СЛЕДУЮЩИЙ ШАГ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Согласовать пилот «Стандарт» и назначить ответственного в ШРС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Оплата: 30% предоплата, 40% после показа базовой версии, 30% после запуска. Исходный код и доступы передаются заказчику. Предложение действует 30 дней.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Ярослав Коробов · разработка чат-ботов и автоматизация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RS Ice">
  <a:themeElements>
    <a:clrScheme name="ShRS Ice">
      <a:dk1>
        <a:srgbClr val="13243A"/>
      </a:dk1>
      <a:lt1>
        <a:srgbClr val="FAFCFD"/>
      </a:lt1>
      <a:dk2>
        <a:srgbClr val="4A5A6C"/>
      </a:dk2>
      <a:lt2>
        <a:srgbClr val="EEF3F7"/>
      </a:lt2>
      <a:accent1>
        <a:srgbClr val="1F5FA8"/>
      </a:accent1>
      <a:accent2>
        <a:srgbClr val="C8233A"/>
      </a:accent2>
      <a:accent3>
        <a:srgbClr val="F2C14E"/>
      </a:accent3>
      <a:accent4>
        <a:srgbClr val="B8C8D8"/>
      </a:accent4>
      <a:accent5>
        <a:srgbClr val="DCE6EF"/>
      </a:accent5>
      <a:accent6>
        <a:srgbClr val="5A6B7E"/>
      </a:accent6>
      <a:hlink>
        <a:srgbClr val="1F5FA8"/>
      </a:hlink>
      <a:folHlink>
        <a:srgbClr val="4A5A6C"/>
      </a:folHlink>
    </a:clrScheme>
    <a:fontScheme name="ShRS 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КП: помощник для родителей хоккейных школ</dc:title>
  <dc:subject>PptxGenJS Presentation</dc:subject>
  <dc:creator>Ярослав Коробов</dc:creator>
  <cp:lastModifiedBy>Ярослав Коробов</cp:lastModifiedBy>
  <cp:revision>1</cp:revision>
  <dcterms:created xsi:type="dcterms:W3CDTF">2026-10-20T22:51:08Z</dcterms:created>
  <dcterms:modified xsi:type="dcterms:W3CDTF">2026-10-20T22:51:08Z</dcterms:modified>
</cp:coreProperties>
</file>